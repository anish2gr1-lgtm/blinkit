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91" d="100"/>
          <a:sy n="91" d="100"/>
        </p:scale>
        <p:origin x="23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sh Kumar" userId="6fe5a82f415963cc" providerId="LiveId" clId="{08DFA759-FDA2-4580-8295-034D9ADDDD51}"/>
    <pc:docChg chg="delSld modSld">
      <pc:chgData name="Anish Kumar" userId="6fe5a82f415963cc" providerId="LiveId" clId="{08DFA759-FDA2-4580-8295-034D9ADDDD51}" dt="2025-12-12T17:41:28.238" v="1" actId="2696"/>
      <pc:docMkLst>
        <pc:docMk/>
      </pc:docMkLst>
      <pc:sldChg chg="modSp mod">
        <pc:chgData name="Anish Kumar" userId="6fe5a82f415963cc" providerId="LiveId" clId="{08DFA759-FDA2-4580-8295-034D9ADDDD51}" dt="2025-12-11T19:39:45.627" v="0" actId="1076"/>
        <pc:sldMkLst>
          <pc:docMk/>
          <pc:sldMk cId="854288352" sldId="257"/>
        </pc:sldMkLst>
        <pc:spChg chg="mod">
          <ac:chgData name="Anish Kumar" userId="6fe5a82f415963cc" providerId="LiveId" clId="{08DFA759-FDA2-4580-8295-034D9ADDDD51}" dt="2025-12-11T19:39:45.627" v="0" actId="1076"/>
          <ac:spMkLst>
            <pc:docMk/>
            <pc:sldMk cId="854288352" sldId="257"/>
            <ac:spMk id="6" creationId="{AD068555-1BC7-C50B-CCCE-16510F32C912}"/>
          </ac:spMkLst>
        </pc:spChg>
      </pc:sldChg>
      <pc:sldChg chg="del">
        <pc:chgData name="Anish Kumar" userId="6fe5a82f415963cc" providerId="LiveId" clId="{08DFA759-FDA2-4580-8295-034D9ADDDD51}" dt="2025-12-12T17:41:28.238" v="1" actId="2696"/>
        <pc:sldMkLst>
          <pc:docMk/>
          <pc:sldMk cId="1639272484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8EB0EC-B6A5-45A6-CFA7-C2F2F51252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216015" y="253143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6985F1-78C3-EC87-83A0-2D323CD4C9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pic>
        <p:nvPicPr>
          <p:cNvPr id="1026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B622CF93-811D-06B0-C3DE-91CCEB62C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id="{70C49BFB-C4DA-714D-C1AC-3022D7E7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56A6E6-9FEB-E12A-1F6A-8FCBFFF9C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F95968-7DD7-93BC-CDD3-935B46B29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10F2171B-75CE-823D-4908-5B6496B06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DDA2FE8A-5B63-4A2F-3B24-E577D1291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56A6E6-9FEB-E12A-1F6A-8FCBFFF9C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C16131-B2D0-CF61-035E-38CF286C7E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4B5432AF-6E41-D522-3E02-01E41A966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98BD39B8-9A9F-4A0B-8526-BA46BA2F7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Anish Kumar</cp:lastModifiedBy>
  <cp:revision>17</cp:revision>
  <dcterms:created xsi:type="dcterms:W3CDTF">2024-06-24T12:27:37Z</dcterms:created>
  <dcterms:modified xsi:type="dcterms:W3CDTF">2025-12-12T17:41:29Z</dcterms:modified>
</cp:coreProperties>
</file>